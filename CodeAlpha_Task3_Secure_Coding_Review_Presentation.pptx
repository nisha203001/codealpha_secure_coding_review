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Secure Coding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CodeAlpha Cyber Security Internship</a:t>
            </a:r>
          </a:p>
          <a:p>
            <a:r>
              <a:t>Task 3</a:t>
            </a:r>
          </a:p>
          <a:p/>
          <a:p>
            <a:r>
              <a:t>Submitted by: Nisha Kumari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/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49807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Review source code</a:t>
            </a:r>
            <a:br/>
            <a:r>
              <a:t>• Identify vulnerabilities</a:t>
            </a:r>
            <a:br/>
            <a:r>
              <a:t>• Recommend secure coding practices</a:t>
            </a:r>
            <a:br/>
            <a:r>
              <a:t>• Improve software security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/>
            </a:pPr>
            <a:r>
              <a:t>What is Secure Coding?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49807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Secure coding means writing software that protects against security threats.</a:t>
            </a:r>
            <a:br/>
            <a:br/>
            <a:r>
              <a:t>Benefits:</a:t>
            </a:r>
            <a:br/>
            <a:r>
              <a:t>• Prevent attacks</a:t>
            </a:r>
            <a:br/>
            <a:r>
              <a:t>• Protect data</a:t>
            </a:r>
            <a:br/>
            <a:r>
              <a:t>• Improve reliability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/>
            </a:pPr>
            <a:r>
              <a:t>Project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49807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Project: Python Login System</a:t>
            </a:r>
            <a:br/>
            <a:br/>
            <a:r>
              <a:t>Technologies:</a:t>
            </a:r>
            <a:br/>
            <a:r>
              <a:t>• Python</a:t>
            </a:r>
            <a:br/>
            <a:r>
              <a:t>• SQLite</a:t>
            </a:r>
            <a:br/>
            <a:r>
              <a:t>• GitHub</a:t>
            </a:r>
            <a:br/>
            <a:br/>
            <a:r>
              <a:t>Files:</a:t>
            </a:r>
            <a:br/>
            <a:r>
              <a:t>• vulnerable_code.py</a:t>
            </a:r>
            <a:br/>
            <a:r>
              <a:t>• secure_code.py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/>
            </a:pPr>
            <a:r>
              <a:t>Vulnerabilities Found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49807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SQL Injection</a:t>
            </a:r>
            <a:br/>
            <a:r>
              <a:t>• No Input Validation</a:t>
            </a:r>
            <a:br/>
            <a:r>
              <a:t>• Plain Text Passwords</a:t>
            </a:r>
            <a:br/>
            <a:r>
              <a:t>• Poor Error Handling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/>
            </a:pPr>
            <a:r>
              <a:t>SQL 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49807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Example Input:</a:t>
            </a:r>
            <a:br/>
            <a:r>
              <a:t>' OR '1'='1</a:t>
            </a:r>
            <a:br/>
            <a:br/>
            <a:r>
              <a:t>Risks:</a:t>
            </a:r>
            <a:br/>
            <a:r>
              <a:t>• Unauthorized access</a:t>
            </a:r>
            <a:br/>
            <a:r>
              <a:t>• Data theft</a:t>
            </a:r>
            <a:br/>
            <a:r>
              <a:t>• Database manipulation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/>
            </a:pPr>
            <a:r>
              <a:t>Secure Coding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49807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Parameterized Queries</a:t>
            </a:r>
            <a:br/>
            <a:r>
              <a:t>• Input Validation</a:t>
            </a:r>
            <a:br/>
            <a:r>
              <a:t>• Exception Handling</a:t>
            </a:r>
            <a:br/>
            <a:r>
              <a:t>• Password Hashing</a:t>
            </a:r>
            <a:br/>
            <a:r>
              <a:t>• Least Privilege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/>
            </a:pPr>
            <a: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49807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Vulnerable Code:</a:t>
            </a:r>
            <a:br/>
            <a:r>
              <a:t>• SQL Injection</a:t>
            </a:r>
            <a:br/>
            <a:r>
              <a:t>• Plain passwords</a:t>
            </a:r>
            <a:br/>
            <a:br/>
            <a:r>
              <a:t>Secure Code:</a:t>
            </a:r>
            <a:br/>
            <a:r>
              <a:t>• Prepared statements</a:t>
            </a:r>
            <a:br/>
            <a:r>
              <a:t>• Password hashing</a:t>
            </a:r>
            <a:br/>
            <a:r>
              <a:t>• Better validation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/>
            </a:pPr>
            <a:r>
              <a:t>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49807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Validate Inputs</a:t>
            </a:r>
            <a:br/>
            <a:r>
              <a:t>• Encrypt Sensitive Data</a:t>
            </a:r>
            <a:br/>
            <a:r>
              <a:t>• Update Dependencies</a:t>
            </a:r>
            <a:br/>
            <a:r>
              <a:t>• Follow OWASP Guidelines</a:t>
            </a:r>
            <a:br/>
            <a:r>
              <a:t>• Security Testing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/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49807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Learning Outcomes:</a:t>
            </a:r>
            <a:br/>
            <a:r>
              <a:t>• Identified vulnerabilities</a:t>
            </a:r>
            <a:br/>
            <a:r>
              <a:t>• Applied secure coding</a:t>
            </a:r>
            <a:br/>
            <a:r>
              <a:t>• Improved application security</a:t>
            </a:r>
            <a:br/>
            <a:br/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